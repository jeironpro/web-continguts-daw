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5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Defining and Non-Defining Relative Clauses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Relative Clauses?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Relative clauses provide extra information about a noun in a sentence. They begin with a relative pronoun such as who, which, that, whose, where, or when.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Relative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Essential information to understand the sentence</a:t>
            </a:r>
          </a:p>
          <a:p>
            <a:r>
              <a:rPr dirty="0"/>
              <a:t>- No commas are used</a:t>
            </a:r>
          </a:p>
          <a:p>
            <a:r>
              <a:rPr dirty="0"/>
              <a:t>- Can use 'that' instead of 'who' or 'which'</a:t>
            </a:r>
          </a:p>
          <a:p>
            <a:r>
              <a:rPr sz="2400" dirty="0"/>
              <a:t>Example:</a:t>
            </a:r>
          </a:p>
          <a:p>
            <a:r>
              <a:rPr sz="2400" dirty="0"/>
              <a:t>The programmer who wrote this code is very skilled.</a:t>
            </a:r>
          </a:p>
          <a:p>
            <a:r>
              <a:rPr sz="2400" dirty="0"/>
              <a:t>(The sentence wouldn't make sense without 'who wrote this code'.)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Non-Defining Relative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770" y="1166018"/>
            <a:ext cx="8229600" cy="4525963"/>
          </a:xfrm>
        </p:spPr>
        <p:txBody>
          <a:bodyPr>
            <a:normAutofit fontScale="92500"/>
          </a:bodyPr>
          <a:lstStyle/>
          <a:p>
            <a:r>
              <a:rPr dirty="0"/>
              <a:t>- Extra, non-essential information</a:t>
            </a:r>
          </a:p>
          <a:p>
            <a:r>
              <a:rPr dirty="0"/>
              <a:t>- Uses commas</a:t>
            </a:r>
          </a:p>
          <a:p>
            <a:r>
              <a:rPr dirty="0"/>
              <a:t>- Cannot use 'that'</a:t>
            </a:r>
          </a:p>
          <a:p>
            <a:endParaRPr dirty="0"/>
          </a:p>
          <a:p>
            <a:r>
              <a:rPr sz="3000" dirty="0"/>
              <a:t>Example:</a:t>
            </a:r>
          </a:p>
          <a:p>
            <a:r>
              <a:rPr sz="3000" dirty="0"/>
              <a:t>My laptop, which I bought last year, works perfectly.</a:t>
            </a:r>
          </a:p>
          <a:p>
            <a:r>
              <a:rPr sz="3000" dirty="0"/>
              <a:t>(The main information is 'My laptop works perfectly'. The relative clause just adds extra info.)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Defining clauses give essential information; non-defining give extra details.</a:t>
            </a:r>
          </a:p>
          <a:p>
            <a:r>
              <a:t>- Defining clauses do not use commas; non-defining do.</a:t>
            </a:r>
          </a:p>
          <a:p>
            <a:r>
              <a:t>- 'That' is allowed in defining clauses, but not in non-defining 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181</Words>
  <Application>Microsoft Office PowerPoint</Application>
  <PresentationFormat>Presentación en pantalla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Defining and Non-Defining Relative Clauses</vt:lpstr>
      <vt:lpstr>What are Relative Clauses?</vt:lpstr>
      <vt:lpstr>Defining Relative Clauses</vt:lpstr>
      <vt:lpstr>Non-Defining Relative Clauses</vt:lpstr>
      <vt:lpstr>Key Differences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Maite .</cp:lastModifiedBy>
  <cp:revision>5</cp:revision>
  <dcterms:created xsi:type="dcterms:W3CDTF">2013-01-27T09:14:16Z</dcterms:created>
  <dcterms:modified xsi:type="dcterms:W3CDTF">2025-03-17T07:10:47Z</dcterms:modified>
  <cp:category/>
</cp:coreProperties>
</file>